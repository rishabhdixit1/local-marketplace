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ServiQ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Operating System for Local Commerce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Connecting people with human-centered services near you.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Raising ₹10 Cr (~$1.2M) — Pre-Seed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$6B Problem Nobody Solves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 Million Indians need local help — every single day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560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A fan stops working — who do you call?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9443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Need urgent printing at 11 PM — where do you go?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32841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Elderly parent needs bank help — who can step in?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71246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Package needs to go across the street — any takers?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0965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Meanwhile, the person who can help is within 500 meters.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8646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Shopkeeper with spare time. College student between classes.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24865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Freelance electrician with no leads. Retiree with skills.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63270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60167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These people are within walking distance. They never connect.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566928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669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₹50,000 Crore TAM — Zero friction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infrastructure exists. The market is ready.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Enabler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Status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Impact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Smartphone penetration (Tier 2/3)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60%+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Critical mass reached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UPI adoption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Habitual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Zero-friction payments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Gig economy normalization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Socially accepted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Supply willing to work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Realtime infrastructure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Cheap &amp; reliable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Supabase / WebSockets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dominant player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wide open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First-mover window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window is open. The infrastructure exists. The market is ready.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ServiQ: Real-Time Local Task Matching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person. Any need. Anywhere nearby.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698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583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category restriction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Any task a human can 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minimum ticket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₹30 print job → ₹3,000 repair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Real-time matching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Need expressed now → Matched now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 onboarding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Anyone with time can earn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Hyper-local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Within walking distance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303520"/>
            <a:ext cx="1828800" cy="54864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0" y="5303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person in any Indian city expresses a need in 30 seconds, gets a trusted response in 5 minutes.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Size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₹180 Crore Annual Opportunity — Year 3 Target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2004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Tasks / Day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Revenue / Month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City (Noida)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1,500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₹18 Lakh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City (High)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5,000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₹75 Lakh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Cities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50,000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₹15 Crore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TAM: ₹50,000 Cr (Indian local services)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SAM: ₹5,000 Cr (Urban micro-tasks)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SOM: ₹180 Cr (Year 3 target)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0" y="43891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Unit Economics: ₹42/task @ 12% take rate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493776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 Subs: ₹299-999/mo per provider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54864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Launchpad: ₹499 one-time setup fee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We've Built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app live. Mobile app ready. 25+ API endpoints.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App (Live)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serviqapp.com — fully functional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3649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Provider discovery with geo-ranking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71246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Real-time chat with presence indicators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05993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Task / order lifecycle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4074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Marketplace feed with local relevance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7548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Trust system: verification, ratings,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App (Ready)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Android APK (v1.0.0) built &amp; shareable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3649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iOS archive (unsigned, ready for store)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71246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5 tabs: Home, People, Work, Inbox, Profile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05993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Auth, search, checkout, quote flows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4074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Push notifications via Firebase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7548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Map-based provider discovery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852160"/>
            <a:ext cx="1069848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Tech: Next.js 16 · React 19 · TypeScript · Supabase (Postgres + Realtime) · Flutter · MapLibre GL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Traction &amp; Momentum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Shipping. Fast.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Area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Status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Notes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Web App (serviqapp.com)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✅ LIVE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Full marketplace experience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Mobile APK (Android)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✅ BUILT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v1.0.0 — ready to distribute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API Coverage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✅ DONE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25+ endpoints, all documented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Realtime Matching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✅ WORKING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Supabase channels + presence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Trust System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✅ BUILT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Verification, ratings, reviews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Money Loop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⚠️ TESTING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Browse→Chat→Quote→Pay→Order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 Launchpad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🚧 DEV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7-question → full profile generation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Quote Flow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🚧 DEV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Structured quoting system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66928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Revenue Loop: Browse → Save → Chat → Quote → Pay → Order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Competitive Moat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we win. Why it's hard to copy.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Moat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We Build It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 It Matters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Network Density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Each city gets more useful as providers join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Uber network effects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Trust Graph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Reviews, completion rates, presence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Time-based — can't be bought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Behavioural Data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Task patterns, response times, ratings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Personalized matching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 Supply Engine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Launchpad → complete profiles in minutes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Faster provider onboarding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Breadth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Any micro-need across any vertical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Avoids niche trap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are building the trust layer for local commerce — this takes time and transactions to build. A new entrant starts cold.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1: Noida Pilot → Phase 2: 3 Cities → Phase 3: 10 Cities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Months 1-2: Setup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Launch in Noida (target neighborhoods)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2735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Onboard 500 providers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62102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Acquire 1,000 consumers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Months 3-4: Growth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2,000 providers onboarded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2735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5,000 consumers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62102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100 transactions / 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Months 5-6: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5,000 providers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2735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15,000 consumers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62102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500 transactions / 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10698480" cy="36576"/>
          </a:xfrm>
          <a:prstGeom prst="rect">
            <a:avLst/>
          </a:prstGeom>
          <a:solidFill>
            <a:srgbClr val="334155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846320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6583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Phase 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Months 7-12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more cities (Delhi, Gurgaon, Ghaziabad)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Phase 3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Year 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cities across North India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categories: Home services (electrical, plumbing, cleaning) + Personal help (delivery, printing, errands)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Founding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Building the operating system for local commerce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560320"/>
            <a:ext cx="502920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Rishabh Dixit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Full-stack (Next.js, Flutter, Supabase)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5+ years building consumer products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Built MVP from idea to live 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6177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Deep understanding of local commerce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502920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Advisors &amp; Hiring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291840"/>
          <a:ext cx="4114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Role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Timeline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Mobile Engineer (Flutter)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1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Backend Engineer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1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 Designer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2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Growth / Marketing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3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Raising ₹10 Crore (~$1.2M) Pre-Seed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515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Amount (₹ Cr)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Product Development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  - iOS mobile app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  - AI Launchpad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  - Trust &amp; verification system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User Acquisition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  - Provider onboarding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  - Consumer growth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Team (4-6 people, 18 months)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Operations + Infrastructure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Total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10.0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100%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Structure: 3 tranches over 18 months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486400"/>
          <a:ext cx="8686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Tranche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Amount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Trigger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Tranche 1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₹3 Cr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Immediate (Month 1)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Tranche 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₹3 Cr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6 (2K providers)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Tranche 3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₹4 Cr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12 (10K providers)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18-Month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Noida pilot to Series A readiness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515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Milestone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Cost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iOS App Store launch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3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₹45 Lakh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2,000 providers | 5,000 consumers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6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₹1.5 Cr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500 transactions / day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6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5,000 providers | 20,000 consumers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9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₹3 Cr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₹30 Lakh monthly GMV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12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₹6 Cr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 cities live | 10,000 providers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12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Series A readiness | ₹5 Cr/mo GMV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Month 18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₹10 Cr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120640"/>
            <a:ext cx="3200400" cy="502920"/>
          </a:xfrm>
          <a:prstGeom prst="roundRect">
            <a:avLst>
              <a:gd name="adj" fmla="val 27273"/>
            </a:avLst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Break-even: Month 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5120640"/>
            <a:ext cx="3200400" cy="502920"/>
          </a:xfrm>
          <a:prstGeom prst="roundRect">
            <a:avLst>
              <a:gd name="adj" fmla="val 27273"/>
            </a:avLst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Cash Positive: Month 12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46720" y="5120640"/>
            <a:ext cx="3200400" cy="502920"/>
          </a:xfrm>
          <a:prstGeom prst="roundRect">
            <a:avLst>
              <a:gd name="adj" fmla="val 27273"/>
            </a:avLst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 1 Revenue Target: ₹29.9 Cr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 Mitigation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could go wrong — and how we fix 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498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Risk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Mitigation Strategy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Slow matching / low density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Focus on single neighborhood first; build density before expanding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Fake liquidity (bot providers)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 trust signals; manual verification; no fake profiles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Users fall back to WhatsApp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Speed + structure beats informal groups; in-app payments lock in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Low retention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 Launchpad keeps providers engaged; push notifications re-engage consumers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Category dilution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Start with 2-3 high-demand categories (home services + personal help)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This Is Your Best Bet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reasons to invest in ServiQ today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828800" cy="54864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10698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754880"/>
                <a:gridCol w="5212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8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First-mover in hyperlocal micro-tasks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dominant player in this space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8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Real-time infrastructure is hard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6+ months to replicate what we've built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8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Trust graph compounds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Time-based moat — gets stronger with every transaction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8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Capital efficient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Low marginal cost per transaction; ₹42/task at scale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8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 edge in supply onboarding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Launchpad generates complete profiles in minutes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4B8A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</a:t>
                      </a:r>
                      <a:endParaRPr lang="en-US" sz="18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India-first TAM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₹50,000 Cr market, now addressable with modern infra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852160"/>
            <a:ext cx="10698480" cy="457200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trust and fulfillment layer for local commerce. The opportunity is now.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Let's Build Together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ServiQ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356616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931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Rishabh Dixit — Founder &amp; CEO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389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📧 rishabh@serviqapp.com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📱 +91 98218 14605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303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🌐 www.serviqapp.com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57607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  💼 linkedin.com/in/serviq-app-5a33a0405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5943600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5943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serviqapp.com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2026-05-20T17:02:43Z</dcterms:created>
  <dcterms:modified xsi:type="dcterms:W3CDTF">2026-05-20T17:02:43Z</dcterms:modified>
</cp:coreProperties>
</file>